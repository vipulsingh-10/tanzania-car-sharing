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  <p:sldMasterId id="2147483664" r:id="rId5"/>
  </p:sldMasterIdLst>
  <p:notesMasterIdLst>
    <p:notesMasterId r:id="rId39"/>
  </p:notesMasterIdLst>
  <p:handoutMasterIdLst>
    <p:handoutMasterId r:id="rId40"/>
  </p:handoutMasterIdLst>
  <p:sldIdLst>
    <p:sldId id="314" r:id="rId6"/>
    <p:sldId id="256" r:id="rId7"/>
    <p:sldId id="283" r:id="rId8"/>
    <p:sldId id="284" r:id="rId9"/>
    <p:sldId id="285" r:id="rId10"/>
    <p:sldId id="286" r:id="rId11"/>
    <p:sldId id="287" r:id="rId12"/>
    <p:sldId id="288" r:id="rId13"/>
    <p:sldId id="289" r:id="rId14"/>
    <p:sldId id="290" r:id="rId15"/>
    <p:sldId id="291" r:id="rId16"/>
    <p:sldId id="292" r:id="rId17"/>
    <p:sldId id="293" r:id="rId18"/>
    <p:sldId id="294" r:id="rId19"/>
    <p:sldId id="295" r:id="rId20"/>
    <p:sldId id="296" r:id="rId21"/>
    <p:sldId id="297" r:id="rId22"/>
    <p:sldId id="298" r:id="rId23"/>
    <p:sldId id="299" r:id="rId24"/>
    <p:sldId id="300" r:id="rId25"/>
    <p:sldId id="301" r:id="rId26"/>
    <p:sldId id="302" r:id="rId27"/>
    <p:sldId id="303" r:id="rId28"/>
    <p:sldId id="304" r:id="rId29"/>
    <p:sldId id="305" r:id="rId30"/>
    <p:sldId id="306" r:id="rId31"/>
    <p:sldId id="307" r:id="rId32"/>
    <p:sldId id="308" r:id="rId33"/>
    <p:sldId id="309" r:id="rId34"/>
    <p:sldId id="310" r:id="rId35"/>
    <p:sldId id="311" r:id="rId36"/>
    <p:sldId id="312" r:id="rId37"/>
    <p:sldId id="313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elcome" id="{E75E278A-FF0E-49A4-B170-79828D63BBAD}">
          <p14:sldIdLst>
            <p14:sldId id="314"/>
            <p14:sldId id="256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  <p14:sldId id="299"/>
            <p14:sldId id="300"/>
            <p14:sldId id="301"/>
            <p14:sldId id="302"/>
            <p14:sldId id="303"/>
            <p14:sldId id="304"/>
            <p14:sldId id="305"/>
            <p14:sldId id="306"/>
            <p14:sldId id="307"/>
            <p14:sldId id="308"/>
            <p14:sldId id="309"/>
            <p14:sldId id="310"/>
            <p14:sldId id="311"/>
            <p14:sldId id="312"/>
            <p14:sldId id="313"/>
          </p14:sldIdLst>
        </p14:section>
        <p14:section name="Learn More" id="{2CC34DB2-6590-42C0-AD4B-A04C6060184E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24726"/>
    <a:srgbClr val="404040"/>
    <a:srgbClr val="FF9B45"/>
    <a:srgbClr val="DD462F"/>
    <a:srgbClr val="F8CFB6"/>
    <a:srgbClr val="F8CAB6"/>
    <a:srgbClr val="923922"/>
    <a:srgbClr val="F5F5F5"/>
    <a:srgbClr val="F2F2F2"/>
    <a:srgbClr val="D2B4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241" autoAdjust="0"/>
  </p:normalViewPr>
  <p:slideViewPr>
    <p:cSldViewPr snapToGrid="0">
      <p:cViewPr>
        <p:scale>
          <a:sx n="66" d="100"/>
          <a:sy n="66" d="100"/>
        </p:scale>
        <p:origin x="600" y="365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presProps" Target="presProps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handoutMaster" Target="handoutMasters/handoutMaster1.xml"/><Relationship Id="rId45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viewProps" Target="viewProps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41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680FBE-A8DF-4758-9AC4-3A9E1039168F}" type="datetimeFigureOut">
              <a:rPr lang="en-US" smtClean="0"/>
              <a:t>6/16/2025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679768-A2FC-4D08-91F6-8DCE6C566B3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02551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13577B-6902-467D-A26C-08A0DD5E4E03}" type="datetimeFigureOut">
              <a:rPr lang="en-US" smtClean="0"/>
              <a:t>6/16/2025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61EA0F-A667-4B49-8422-0062BC55E24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 bwMode="blackWhite">
          <a:xfrm>
            <a:off x="254950" y="262784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F5007E-5859-56A2-7956-8D55A5C4D735}"/>
              </a:ext>
            </a:extLst>
          </p:cNvPr>
          <p:cNvSpPr txBox="1"/>
          <p:nvPr userDrawn="1"/>
        </p:nvSpPr>
        <p:spPr>
          <a:xfrm>
            <a:off x="10306370" y="6427113"/>
            <a:ext cx="163068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dirty="0"/>
              <a:t>Vipul Singh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 dirty="0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21207" y="448056"/>
            <a:ext cx="6877119" cy="640080"/>
          </a:xfrm>
        </p:spPr>
        <p:txBody>
          <a:bodyPr anchor="b" anchorCtr="0">
            <a:normAutofit/>
          </a:bodyPr>
          <a:lstStyle>
            <a:lvl1pPr>
              <a:defRPr sz="28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539496" y="1435608"/>
            <a:ext cx="44165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Click to edit Master text styles</a:t>
            </a:r>
          </a:p>
          <a:p>
            <a:pPr marL="0" lvl="1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Second level</a:t>
            </a:r>
          </a:p>
          <a:p>
            <a:pPr marL="0" lvl="2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Third level</a:t>
            </a:r>
          </a:p>
          <a:p>
            <a:pPr marL="0" lvl="3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Fourth level</a:t>
            </a:r>
          </a:p>
          <a:p>
            <a:pPr marL="0" lvl="4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8BEEBAAA-29B5-4AF5-BC5F-7E580C29002D}" type="datetimeFigureOut">
              <a:rPr lang="en-US" smtClean="0"/>
              <a:pPr/>
              <a:t>6/16/2025</a:t>
            </a:fld>
            <a:endParaRPr lang="en-US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860EDB8-5305-433F-BE41-D7A86D811DB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6771F44-10F9-4985-7374-493BE9295507}"/>
              </a:ext>
            </a:extLst>
          </p:cNvPr>
          <p:cNvSpPr txBox="1"/>
          <p:nvPr userDrawn="1"/>
        </p:nvSpPr>
        <p:spPr>
          <a:xfrm>
            <a:off x="9865836" y="695015"/>
            <a:ext cx="163068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dirty="0"/>
              <a:t>Vipul Singh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0" name="Rectangle 9"/>
          <p:cNvSpPr/>
          <p:nvPr userDrawn="1"/>
        </p:nvSpPr>
        <p:spPr bwMode="blackWhite">
          <a:xfrm>
            <a:off x="254949" y="295653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1208" y="1536192"/>
            <a:ext cx="6876288" cy="640080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5394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Click to edit Master text styles</a:t>
            </a:r>
          </a:p>
          <a:p>
            <a:pPr marL="0" lvl="1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Second level</a:t>
            </a:r>
          </a:p>
          <a:p>
            <a:pPr marL="0" lvl="2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Third level</a:t>
            </a:r>
          </a:p>
          <a:p>
            <a:pPr marL="0" lvl="3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Fourth level</a:t>
            </a:r>
          </a:p>
          <a:p>
            <a:pPr marL="0" lvl="4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DBB0C5-F40A-BE51-7A33-A58C2BEB0EB4}"/>
              </a:ext>
            </a:extLst>
          </p:cNvPr>
          <p:cNvSpPr txBox="1"/>
          <p:nvPr userDrawn="1"/>
        </p:nvSpPr>
        <p:spPr>
          <a:xfrm>
            <a:off x="9757458" y="6397253"/>
            <a:ext cx="25828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Vipul Singh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pPr/>
              <a:t>6/16/2025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6418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pPr/>
              <a:t>6/16/2025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59960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pPr/>
              <a:t>6/16/2025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55455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pPr/>
              <a:t>6/16/2025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60548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pPr/>
              <a:t>6/16/2025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42148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pPr/>
              <a:t>6/16/2025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71320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pPr/>
              <a:t>6/16/2025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29369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pPr/>
              <a:t>6/16/2025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81940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pPr/>
              <a:t>6/16/2025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48920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pPr/>
              <a:t>6/16/2025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63370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pPr/>
              <a:t>6/16/2025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73310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pPr/>
              <a:t>6/16/2025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8794632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pPr/>
              <a:t>6/16/2025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979027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pPr/>
              <a:t>6/16/2025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673373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pPr/>
              <a:t>6/16/2025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976006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pPr/>
              <a:t>6/16/2025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647854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pPr/>
              <a:t>6/16/2025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754419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0" name="Rectangle 9"/>
          <p:cNvSpPr/>
          <p:nvPr userDrawn="1"/>
        </p:nvSpPr>
        <p:spPr bwMode="blackWhite">
          <a:xfrm>
            <a:off x="254949" y="295653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1208" y="1536192"/>
            <a:ext cx="6876288" cy="640080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5394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Click to edit Master text styles</a:t>
            </a:r>
          </a:p>
          <a:p>
            <a:pPr marL="0" lvl="1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Second level</a:t>
            </a:r>
          </a:p>
          <a:p>
            <a:pPr marL="0" lvl="2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Third level</a:t>
            </a:r>
          </a:p>
          <a:p>
            <a:pPr marL="0" lvl="3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Fourth level</a:t>
            </a:r>
          </a:p>
          <a:p>
            <a:pPr marL="0" lvl="4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DBB0C5-F40A-BE51-7A33-A58C2BEB0EB4}"/>
              </a:ext>
            </a:extLst>
          </p:cNvPr>
          <p:cNvSpPr txBox="1"/>
          <p:nvPr userDrawn="1"/>
        </p:nvSpPr>
        <p:spPr>
          <a:xfrm>
            <a:off x="9757458" y="6397253"/>
            <a:ext cx="25828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Vipul Singh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2459175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6.xml"/><Relationship Id="rId21" Type="http://schemas.openxmlformats.org/officeDocument/2006/relationships/image" Target="../media/image3.png"/><Relationship Id="rId7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20.xml"/><Relationship Id="rId2" Type="http://schemas.openxmlformats.org/officeDocument/2006/relationships/slideLayout" Target="../slideLayouts/slideLayout5.xml"/><Relationship Id="rId16" Type="http://schemas.openxmlformats.org/officeDocument/2006/relationships/slideLayout" Target="../slideLayouts/slideLayout19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4.xml"/><Relationship Id="rId5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8.xml"/><Relationship Id="rId23" Type="http://schemas.openxmlformats.org/officeDocument/2006/relationships/image" Target="../media/image5.png"/><Relationship Id="rId10" Type="http://schemas.openxmlformats.org/officeDocument/2006/relationships/slideLayout" Target="../slideLayouts/slideLayout13.xml"/><Relationship Id="rId19" Type="http://schemas.openxmlformats.org/officeDocument/2006/relationships/theme" Target="../theme/theme2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7.xml"/><Relationship Id="rId22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21208" y="448056"/>
            <a:ext cx="6876288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9496" y="1435608"/>
            <a:ext cx="4416552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8BEEBAAA-29B5-4AF5-BC5F-7E580C29002D}" type="datetimeFigureOut">
              <a:rPr lang="en-US" smtClean="0"/>
              <a:pPr/>
              <a:t>6/16/2025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75904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860EDB8-5305-433F-BE41-D7A86D811DB3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4ABEAAD5-196F-433D-A85D-98F70684DEE9}"/>
              </a:ext>
            </a:extLst>
          </p:cNvPr>
          <p:cNvSpPr txBox="1"/>
          <p:nvPr userDrawn="1"/>
        </p:nvSpPr>
        <p:spPr>
          <a:xfrm>
            <a:off x="8141208" y="337209"/>
            <a:ext cx="163068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dirty="0"/>
              <a:t>Vipul Singh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xStyles>
    <p:titleStyle>
      <a:lvl1pPr algn="l" defTabSz="914400" rtl="0" eaLnBrk="1" latinLnBrk="0" hangingPunct="1"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Tx/>
        <a:buNone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16002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25146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29718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8pPr>
      <a:lvl9pPr marL="3429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8BEEBAAA-29B5-4AF5-BC5F-7E580C29002D}" type="datetimeFigureOut">
              <a:rPr lang="en-US" smtClean="0"/>
              <a:pPr/>
              <a:t>6/16/2025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60EDB8-5305-433F-BE41-D7A86D811DB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0BD4AD9-ED42-C1BA-0871-B8154D77DFEB}"/>
              </a:ext>
            </a:extLst>
          </p:cNvPr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010C222-3765-BDE3-1E31-9EBC54EB4661}"/>
              </a:ext>
            </a:extLst>
          </p:cNvPr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24F1D95A-D931-4843-D9FF-ACF1A14B3129}"/>
              </a:ext>
            </a:extLst>
          </p:cNvPr>
          <p:cNvSpPr txBox="1"/>
          <p:nvPr userDrawn="1"/>
        </p:nvSpPr>
        <p:spPr>
          <a:xfrm>
            <a:off x="8141208" y="337209"/>
            <a:ext cx="163068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dirty="0"/>
              <a:t>Vipul Singh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329959499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  <p:sldLayoutId id="2147483676" r:id="rId12"/>
    <p:sldLayoutId id="2147483677" r:id="rId13"/>
    <p:sldLayoutId id="2147483678" r:id="rId14"/>
    <p:sldLayoutId id="2147483679" r:id="rId15"/>
    <p:sldLayoutId id="2147483680" r:id="rId16"/>
    <p:sldLayoutId id="2147483681" r:id="rId17"/>
    <p:sldLayoutId id="2147483682" r:id="rId18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7C511D-B70C-150F-8843-1F1D23000B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1536192"/>
            <a:ext cx="4756848" cy="1024128"/>
          </a:xfrm>
        </p:spPr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Car sharing Backend/Frontend Implementation Demo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22" name="Content Placeholder 21">
            <a:extLst>
              <a:ext uri="{FF2B5EF4-FFF2-40B4-BE49-F238E27FC236}">
                <a16:creationId xmlns:a16="http://schemas.microsoft.com/office/drawing/2014/main" id="{00ACF5E0-E994-AA8F-A15D-A6961502884D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6574073" cy="6857999"/>
          </a:xfrm>
        </p:spPr>
      </p:pic>
    </p:spTree>
    <p:extLst>
      <p:ext uri="{BB962C8B-B14F-4D97-AF65-F5344CB8AC3E}">
        <p14:creationId xmlns:p14="http://schemas.microsoft.com/office/powerpoint/2010/main" val="40264961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D39C0BF-4314-2CAD-C22A-6176E16939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496" y="400728"/>
            <a:ext cx="6876288" cy="640080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User Authentication System</a:t>
            </a:r>
            <a:endParaRPr lang="en-US" dirty="0">
              <a:solidFill>
                <a:schemeClr val="tx1"/>
              </a:solidFill>
              <a:effectLst/>
            </a:endParaRP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959AD9A0-AF1E-6F3D-756C-650EECFDE7C8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 bwMode="auto">
          <a:xfrm>
            <a:off x="539496" y="2194558"/>
            <a:ext cx="8048998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Registration Process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Collects essential user details (name, email, password, phone)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Assigns unique user ID based on email (lowercase)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Stores securely in MongoDB database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Login Authentication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Email and password verification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Returns user profile details and authentication status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Provides meaningful error messages (wrong password, user not found)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API Endpoints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POST 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/</a:t>
            </a:r>
            <a:r>
              <a:rPr kumimoji="0" lang="en-US" altLang="en-US" sz="15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api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/users/signup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Creates new user accounts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POST 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/</a:t>
            </a:r>
            <a:r>
              <a:rPr kumimoji="0" lang="en-US" altLang="en-US" sz="15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api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/users/login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Authenticates existing users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GET 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/</a:t>
            </a:r>
            <a:r>
              <a:rPr kumimoji="0" lang="en-US" altLang="en-US" sz="15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api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/users/{</a:t>
            </a:r>
            <a:r>
              <a:rPr kumimoji="0" lang="en-US" altLang="en-US" sz="15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userId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}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Retrieves user profile information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Integration with Vehicle Management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Users can register vehicles after account creation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Vehicle details linked to user accounts </a:t>
            </a:r>
          </a:p>
        </p:txBody>
      </p:sp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7BB38F4-84DB-AD1F-7D42-8792FC65A921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32624" y="140826"/>
            <a:ext cx="12159376" cy="6171565"/>
          </a:xfrm>
        </p:spPr>
      </p:pic>
    </p:spTree>
    <p:extLst>
      <p:ext uri="{BB962C8B-B14F-4D97-AF65-F5344CB8AC3E}">
        <p14:creationId xmlns:p14="http://schemas.microsoft.com/office/powerpoint/2010/main" val="13212672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3B9AC-609A-FD00-ACC4-BB4650CA12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036AF73-8D83-848D-8945-C6EDA8D20F0E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54256" y="198121"/>
            <a:ext cx="12137744" cy="6035040"/>
          </a:xfrm>
        </p:spPr>
      </p:pic>
    </p:spTree>
    <p:extLst>
      <p:ext uri="{BB962C8B-B14F-4D97-AF65-F5344CB8AC3E}">
        <p14:creationId xmlns:p14="http://schemas.microsoft.com/office/powerpoint/2010/main" val="33184472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B9A5CF-BAA5-5CFF-10BA-A1BE27215D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ACE859E-5A17-5159-D747-5FCA1BE6590F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74952" y="42672"/>
            <a:ext cx="12042096" cy="6061837"/>
          </a:xfrm>
        </p:spPr>
      </p:pic>
    </p:spTree>
    <p:extLst>
      <p:ext uri="{BB962C8B-B14F-4D97-AF65-F5344CB8AC3E}">
        <p14:creationId xmlns:p14="http://schemas.microsoft.com/office/powerpoint/2010/main" val="19311190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36F9C-36FC-A380-9F0A-D2345C5C5E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B6A9CC4-4D43-8646-984B-95D49001B779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49108" y="259080"/>
            <a:ext cx="12142892" cy="5410200"/>
          </a:xfrm>
        </p:spPr>
      </p:pic>
    </p:spTree>
    <p:extLst>
      <p:ext uri="{BB962C8B-B14F-4D97-AF65-F5344CB8AC3E}">
        <p14:creationId xmlns:p14="http://schemas.microsoft.com/office/powerpoint/2010/main" val="11714004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98D185-EE50-EA8B-F491-4E192588A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99A9CDB-EA76-ECC9-7D47-9E9A18A24DC6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00061" y="228600"/>
            <a:ext cx="12143067" cy="6156960"/>
          </a:xfrm>
        </p:spPr>
      </p:pic>
    </p:spTree>
    <p:extLst>
      <p:ext uri="{BB962C8B-B14F-4D97-AF65-F5344CB8AC3E}">
        <p14:creationId xmlns:p14="http://schemas.microsoft.com/office/powerpoint/2010/main" val="41404204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400CB-84F0-4B8E-53D5-13D482B38D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93FF032-CE29-AC83-1962-9D3955792D1D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0" y="228601"/>
            <a:ext cx="12393933" cy="5608320"/>
          </a:xfrm>
        </p:spPr>
      </p:pic>
    </p:spTree>
    <p:extLst>
      <p:ext uri="{BB962C8B-B14F-4D97-AF65-F5344CB8AC3E}">
        <p14:creationId xmlns:p14="http://schemas.microsoft.com/office/powerpoint/2010/main" val="25774616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BBE1D-58AF-2BE0-53C4-408C201FDA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Add New Vehicle Feature</a:t>
            </a:r>
            <a:br>
              <a:rPr lang="en-US" b="1" dirty="0"/>
            </a:b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C78CB16-D26D-A046-F259-04831F309595}"/>
              </a:ext>
            </a:extLst>
          </p:cNvPr>
          <p:cNvSpPr/>
          <p:nvPr/>
        </p:nvSpPr>
        <p:spPr>
          <a:xfrm>
            <a:off x="493776" y="2346960"/>
            <a:ext cx="9479280" cy="402336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Purpose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  Allows users to register personal vehicles to offer rides 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Implementation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: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RESTful API endpoint at </a:t>
            </a:r>
            <a:r>
              <a:rPr lang="en-US" altLang="en-US" b="1" dirty="0">
                <a:solidFill>
                  <a:schemeClr val="tx1"/>
                </a:solidFill>
                <a:latin typeface="Arial Unicode MS"/>
              </a:rPr>
              <a:t>/</a:t>
            </a:r>
            <a:r>
              <a:rPr lang="en-US" altLang="en-US" b="1" dirty="0" err="1">
                <a:solidFill>
                  <a:schemeClr val="tx1"/>
                </a:solidFill>
                <a:latin typeface="Arial Unicode MS"/>
              </a:rPr>
              <a:t>api</a:t>
            </a:r>
            <a:r>
              <a:rPr lang="en-US" altLang="en-US" b="1" dirty="0">
                <a:solidFill>
                  <a:schemeClr val="tx1"/>
                </a:solidFill>
                <a:latin typeface="Arial Unicode MS"/>
              </a:rPr>
              <a:t>/vehicles/register</a:t>
            </a:r>
            <a:r>
              <a:rPr lang="en-US" altLang="en-US" b="1" dirty="0">
                <a:solidFill>
                  <a:schemeClr val="tx1"/>
                </a:solidFill>
              </a:rPr>
              <a:t> </a:t>
            </a:r>
            <a:endParaRPr lang="en-US" altLang="en-US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MongoDB database integration for persistent storage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Form validation to prevent duplicate vehicle registrations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56860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D0669E-5F27-21D0-63D8-EBF1267E2F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9299541-396B-F187-261E-1023FEF0441A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" y="259081"/>
            <a:ext cx="12105060" cy="5532120"/>
          </a:xfrm>
        </p:spPr>
      </p:pic>
    </p:spTree>
    <p:extLst>
      <p:ext uri="{BB962C8B-B14F-4D97-AF65-F5344CB8AC3E}">
        <p14:creationId xmlns:p14="http://schemas.microsoft.com/office/powerpoint/2010/main" val="33223185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6DA15-7590-18EB-46FB-AB7710FB8C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729333A-5391-D303-1210-900E853F5806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0" y="243840"/>
            <a:ext cx="12192000" cy="6223933"/>
          </a:xfrm>
        </p:spPr>
      </p:pic>
    </p:spTree>
    <p:extLst>
      <p:ext uri="{BB962C8B-B14F-4D97-AF65-F5344CB8AC3E}">
        <p14:creationId xmlns:p14="http://schemas.microsoft.com/office/powerpoint/2010/main" val="19135173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BE68BC-018F-87F1-AC2C-4671CCDD1F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F10F562-B78A-21A6-F065-810A07113088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-96903" y="305117"/>
            <a:ext cx="12385806" cy="6247765"/>
          </a:xfrm>
        </p:spPr>
      </p:pic>
    </p:spTree>
    <p:extLst>
      <p:ext uri="{BB962C8B-B14F-4D97-AF65-F5344CB8AC3E}">
        <p14:creationId xmlns:p14="http://schemas.microsoft.com/office/powerpoint/2010/main" val="39049302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E027F5-D506-E98F-3C82-E447599A96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504C193-26E1-3CFE-332A-BC6894AB5E7A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0" y="228601"/>
            <a:ext cx="12219233" cy="5440680"/>
          </a:xfrm>
        </p:spPr>
      </p:pic>
    </p:spTree>
    <p:extLst>
      <p:ext uri="{BB962C8B-B14F-4D97-AF65-F5344CB8AC3E}">
        <p14:creationId xmlns:p14="http://schemas.microsoft.com/office/powerpoint/2010/main" val="14650373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A7B4ED-617C-12F3-3E7C-70BFB2A46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Driver offer Ride Feature and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 Upcoming Rides Feature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67D8CA0-F9DD-B200-7DDF-1275CDBA0FE3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 bwMode="auto">
          <a:xfrm>
            <a:off x="521208" y="2611278"/>
            <a:ext cx="6876288" cy="3323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9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9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Purpose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Enables drivers to offer rides by creating new trips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Implementation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RESTful API endpoint at 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/</a:t>
            </a:r>
            <a:r>
              <a:rPr kumimoji="0" lang="en-US" altLang="en-US" sz="15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api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/ride/create-trip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5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MongoDB storage for trip details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Google Maps API integration for route planning </a:t>
            </a: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RESTful API endpoint at </a:t>
            </a:r>
            <a:r>
              <a:rPr lang="en-US" altLang="en-US" sz="1000" dirty="0">
                <a:solidFill>
                  <a:schemeClr val="tx1"/>
                </a:solidFill>
                <a:latin typeface="Arial Unicode MS"/>
              </a:rPr>
              <a:t>/</a:t>
            </a:r>
            <a:r>
              <a:rPr lang="en-US" altLang="en-US" sz="1500" b="1" dirty="0" err="1">
                <a:solidFill>
                  <a:schemeClr val="tx1"/>
                </a:solidFill>
                <a:latin typeface="Arial Unicode MS"/>
              </a:rPr>
              <a:t>api</a:t>
            </a:r>
            <a:r>
              <a:rPr lang="en-US" altLang="en-US" sz="1500" b="1" dirty="0">
                <a:solidFill>
                  <a:schemeClr val="tx1"/>
                </a:solidFill>
                <a:latin typeface="Arial Unicode MS"/>
              </a:rPr>
              <a:t>/</a:t>
            </a:r>
            <a:r>
              <a:rPr lang="en-US" altLang="en-US" sz="1500" b="1" dirty="0" err="1">
                <a:solidFill>
                  <a:schemeClr val="tx1"/>
                </a:solidFill>
                <a:latin typeface="Arial Unicode MS"/>
              </a:rPr>
              <a:t>myrides</a:t>
            </a:r>
            <a:r>
              <a:rPr lang="en-US" altLang="en-US" sz="1500" b="1" dirty="0">
                <a:solidFill>
                  <a:schemeClr val="tx1"/>
                </a:solidFill>
                <a:latin typeface="Arial Unicode MS"/>
              </a:rPr>
              <a:t>/upcoming</a:t>
            </a:r>
            <a:r>
              <a:rPr lang="en-US" altLang="en-US" sz="1500" b="1" dirty="0">
                <a:solidFill>
                  <a:schemeClr val="tx1"/>
                </a:solidFill>
              </a:rPr>
              <a:t> </a:t>
            </a:r>
            <a:endParaRPr lang="en-US" altLang="en-US" sz="1500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Query-based filtering of MongoDB trip records 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78672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1042B-9391-6B94-A931-E8D062CCB3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5E97D2F-8A55-E9F3-350F-9506C97DB7DD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-75613" y="198120"/>
            <a:ext cx="12343225" cy="6245582"/>
          </a:xfrm>
        </p:spPr>
      </p:pic>
    </p:spTree>
    <p:extLst>
      <p:ext uri="{BB962C8B-B14F-4D97-AF65-F5344CB8AC3E}">
        <p14:creationId xmlns:p14="http://schemas.microsoft.com/office/powerpoint/2010/main" val="14402458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03DB8-1AE3-3075-CD40-8FA6B0BD6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E40DB3C-2421-F405-0CA1-0A55151510C1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-68920" y="251777"/>
            <a:ext cx="12329839" cy="6232525"/>
          </a:xfrm>
        </p:spPr>
      </p:pic>
    </p:spTree>
    <p:extLst>
      <p:ext uri="{BB962C8B-B14F-4D97-AF65-F5344CB8AC3E}">
        <p14:creationId xmlns:p14="http://schemas.microsoft.com/office/powerpoint/2010/main" val="19835114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54FCE2-B030-0F94-C927-61C691394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B560E45-253F-34C3-1F4C-1005C005528C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0" y="259080"/>
            <a:ext cx="12213089" cy="6217920"/>
          </a:xfrm>
        </p:spPr>
      </p:pic>
    </p:spTree>
    <p:extLst>
      <p:ext uri="{BB962C8B-B14F-4D97-AF65-F5344CB8AC3E}">
        <p14:creationId xmlns:p14="http://schemas.microsoft.com/office/powerpoint/2010/main" val="28311211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F0A53-7F3E-9828-4DB0-6E12E61C0D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0433A97-C1B4-8416-00FE-BE7EB57BBB50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0" y="274321"/>
            <a:ext cx="12230573" cy="5532120"/>
          </a:xfrm>
        </p:spPr>
      </p:pic>
    </p:spTree>
    <p:extLst>
      <p:ext uri="{BB962C8B-B14F-4D97-AF65-F5344CB8AC3E}">
        <p14:creationId xmlns:p14="http://schemas.microsoft.com/office/powerpoint/2010/main" val="29978306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F7FCD3-BDA6-6462-E301-22E01A292A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5552367-2725-FF7C-BECC-DF127FC20625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0" y="198121"/>
            <a:ext cx="12174315" cy="5455920"/>
          </a:xfrm>
        </p:spPr>
      </p:pic>
    </p:spTree>
    <p:extLst>
      <p:ext uri="{BB962C8B-B14F-4D97-AF65-F5344CB8AC3E}">
        <p14:creationId xmlns:p14="http://schemas.microsoft.com/office/powerpoint/2010/main" val="34808356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3B4258-08ED-75AB-6C61-860B9A49A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E5FBB50-B21A-98F8-83EC-050E6F5DEA23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0" y="152400"/>
            <a:ext cx="12350900" cy="6217285"/>
          </a:xfrm>
        </p:spPr>
      </p:pic>
    </p:spTree>
    <p:extLst>
      <p:ext uri="{BB962C8B-B14F-4D97-AF65-F5344CB8AC3E}">
        <p14:creationId xmlns:p14="http://schemas.microsoft.com/office/powerpoint/2010/main" val="29597001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3574B2-3C3F-F959-1F3E-6E8FE1EC2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Find a Ride Feature and Book a Ride Feature</a:t>
            </a:r>
            <a:br>
              <a:rPr lang="en-US" b="1" dirty="0"/>
            </a:b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7257359-39EF-9741-0819-94134E3A19A2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 bwMode="auto">
          <a:xfrm>
            <a:off x="539496" y="3117977"/>
            <a:ext cx="9357049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Purpose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Helps users find available rides matching their route and time preferences and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800" dirty="0"/>
              <a:t>allows users to join an existing trip as a passenger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Implementation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RESTful API endpoint at 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/</a:t>
            </a:r>
            <a:r>
              <a:rPr kumimoji="0" lang="en-US" altLang="en-US" sz="15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api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/rides/find-ride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5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Advanced filtering and matching algorithm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Distance and time optimization </a:t>
            </a: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RESTful API endpoint at </a:t>
            </a:r>
            <a:r>
              <a:rPr lang="en-US" altLang="en-US" sz="1000" b="1" dirty="0">
                <a:solidFill>
                  <a:schemeClr val="tx1"/>
                </a:solidFill>
                <a:latin typeface="Arial Unicode MS"/>
              </a:rPr>
              <a:t>/</a:t>
            </a:r>
            <a:r>
              <a:rPr lang="en-US" altLang="en-US" sz="1500" b="1" dirty="0" err="1">
                <a:solidFill>
                  <a:schemeClr val="tx1"/>
                </a:solidFill>
                <a:latin typeface="Arial Unicode MS"/>
              </a:rPr>
              <a:t>api</a:t>
            </a:r>
            <a:r>
              <a:rPr lang="en-US" altLang="en-US" sz="1500" b="1" dirty="0">
                <a:solidFill>
                  <a:schemeClr val="tx1"/>
                </a:solidFill>
                <a:latin typeface="Arial Unicode MS"/>
              </a:rPr>
              <a:t>/rides/join-trip</a:t>
            </a:r>
            <a:r>
              <a:rPr lang="en-US" altLang="en-US" sz="1500" b="1" dirty="0">
                <a:solidFill>
                  <a:schemeClr val="tx1"/>
                </a:solidFill>
              </a:rPr>
              <a:t> </a:t>
            </a:r>
            <a:endParaRPr lang="en-US" altLang="en-US" sz="1500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Transaction-based seat reservation 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38686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9814E4-3FA4-06A2-AED3-C62B84AEF3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ECC6296-F67E-FDB2-135F-A5F377BFD916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-3571" y="182880"/>
            <a:ext cx="12195571" cy="6186805"/>
          </a:xfrm>
        </p:spPr>
      </p:pic>
    </p:spTree>
    <p:extLst>
      <p:ext uri="{BB962C8B-B14F-4D97-AF65-F5344CB8AC3E}">
        <p14:creationId xmlns:p14="http://schemas.microsoft.com/office/powerpoint/2010/main" val="34229841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6C97D-5138-9044-DA6D-62C4F3BEA1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8FCC079-8A29-37DE-007D-0B0E856D5B9C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0" y="213360"/>
            <a:ext cx="12192000" cy="5376952"/>
          </a:xfrm>
        </p:spPr>
      </p:pic>
    </p:spTree>
    <p:extLst>
      <p:ext uri="{BB962C8B-B14F-4D97-AF65-F5344CB8AC3E}">
        <p14:creationId xmlns:p14="http://schemas.microsoft.com/office/powerpoint/2010/main" val="36595289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AA532-7FED-3AE8-FC7C-857F51356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69E8F0B-DEE1-244F-5302-E77ED43ACE6F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0" y="171323"/>
            <a:ext cx="12192000" cy="6150173"/>
          </a:xfrm>
        </p:spPr>
      </p:pic>
    </p:spTree>
    <p:extLst>
      <p:ext uri="{BB962C8B-B14F-4D97-AF65-F5344CB8AC3E}">
        <p14:creationId xmlns:p14="http://schemas.microsoft.com/office/powerpoint/2010/main" val="170358140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69AE98-F1E8-2F73-C9AA-045093A0A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CC0BD26-70C0-5D5A-2297-6B8442EC9B10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0" y="275376"/>
            <a:ext cx="12191999" cy="6194476"/>
          </a:xfrm>
        </p:spPr>
      </p:pic>
    </p:spTree>
    <p:extLst>
      <p:ext uri="{BB962C8B-B14F-4D97-AF65-F5344CB8AC3E}">
        <p14:creationId xmlns:p14="http://schemas.microsoft.com/office/powerpoint/2010/main" val="405715654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9C739C-5648-18ED-7FA9-933E54DF7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6358CC2-EDD8-CF16-9860-96B7B6743A80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0" y="198120"/>
            <a:ext cx="12192000" cy="6175500"/>
          </a:xfrm>
        </p:spPr>
      </p:pic>
    </p:spTree>
    <p:extLst>
      <p:ext uri="{BB962C8B-B14F-4D97-AF65-F5344CB8AC3E}">
        <p14:creationId xmlns:p14="http://schemas.microsoft.com/office/powerpoint/2010/main" val="153390786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56223D-1CF6-CC9A-9B6E-EE4E25BFF9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Ride Cancellation Feature</a:t>
            </a:r>
            <a:br>
              <a:rPr lang="en-US" b="1" dirty="0"/>
            </a:b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7215B37-373E-386D-B00B-682C277292E6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 bwMode="auto">
          <a:xfrm>
            <a:off x="539496" y="3533477"/>
            <a:ext cx="7946471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Purpose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Allows both riders and drivers to cancel their participation in trips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Implementation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RESTful API endpoint at 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/</a:t>
            </a:r>
            <a:r>
              <a:rPr kumimoji="0" lang="en-US" altLang="en-US" sz="15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api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/</a:t>
            </a:r>
            <a:r>
              <a:rPr kumimoji="0" lang="en-US" altLang="en-US" sz="15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myrides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/cancel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5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Different cancellation workflows for riders vs. drivers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Status tracking for cancellation history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098327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00F8B2-F4AB-EFD2-4DCC-44DF2E8D51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57FBD62-67F2-EB3D-FB68-7EA5DAE4E21A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-74886" y="198120"/>
            <a:ext cx="12266886" cy="6232525"/>
          </a:xfrm>
        </p:spPr>
      </p:pic>
    </p:spTree>
    <p:extLst>
      <p:ext uri="{BB962C8B-B14F-4D97-AF65-F5344CB8AC3E}">
        <p14:creationId xmlns:p14="http://schemas.microsoft.com/office/powerpoint/2010/main" val="317798712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9BBD40-A007-D61C-9122-43799D15B9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FB07E55-9CB0-C5C0-32A8-BEC23E04D82E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0" y="228600"/>
            <a:ext cx="12203182" cy="6187440"/>
          </a:xfrm>
        </p:spPr>
      </p:pic>
    </p:spTree>
    <p:extLst>
      <p:ext uri="{BB962C8B-B14F-4D97-AF65-F5344CB8AC3E}">
        <p14:creationId xmlns:p14="http://schemas.microsoft.com/office/powerpoint/2010/main" val="300726535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6E07C3-903B-7C7A-3F4A-817C84672A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273988B-D000-8398-84E3-C2A84734867A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0" y="274320"/>
            <a:ext cx="12192000" cy="6194477"/>
          </a:xfrm>
        </p:spPr>
      </p:pic>
    </p:spTree>
    <p:extLst>
      <p:ext uri="{BB962C8B-B14F-4D97-AF65-F5344CB8AC3E}">
        <p14:creationId xmlns:p14="http://schemas.microsoft.com/office/powerpoint/2010/main" val="372748170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E8B9C0-6F24-8D7E-8215-4AA679C737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79440E1-8764-A311-CFAB-249D90848297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0" y="259500"/>
            <a:ext cx="12192000" cy="6207415"/>
          </a:xfrm>
        </p:spPr>
      </p:pic>
    </p:spTree>
    <p:extLst>
      <p:ext uri="{BB962C8B-B14F-4D97-AF65-F5344CB8AC3E}">
        <p14:creationId xmlns:p14="http://schemas.microsoft.com/office/powerpoint/2010/main" val="289198998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479226-EEFA-BD2E-43AC-36930FBD8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FD7FBE5-25CD-591F-1EF2-76C2656A02AB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0" y="213360"/>
            <a:ext cx="12166825" cy="6156325"/>
          </a:xfrm>
        </p:spPr>
      </p:pic>
    </p:spTree>
    <p:extLst>
      <p:ext uri="{BB962C8B-B14F-4D97-AF65-F5344CB8AC3E}">
        <p14:creationId xmlns:p14="http://schemas.microsoft.com/office/powerpoint/2010/main" val="273783647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115759-E774-62D5-E10E-845762CD71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357E82F-23FC-8866-D599-B984EA1ED654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0" y="46822"/>
            <a:ext cx="12192000" cy="6388404"/>
          </a:xfrm>
        </p:spPr>
      </p:pic>
    </p:spTree>
    <p:extLst>
      <p:ext uri="{BB962C8B-B14F-4D97-AF65-F5344CB8AC3E}">
        <p14:creationId xmlns:p14="http://schemas.microsoft.com/office/powerpoint/2010/main" val="467440647"/>
      </p:ext>
    </p:extLst>
  </p:cSld>
  <p:clrMapOvr>
    <a:masterClrMapping/>
  </p:clrMapOvr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ust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10001108_Win32 v2" id="{08D89365-2E4C-432D-9349-8DF9B80AEEA1}" vid="{010FF314-90DF-4A21-BD0D-ADCBA34234AC}"/>
    </a:ext>
  </a:extLst>
</a:theme>
</file>

<file path=ppt/theme/theme2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A3EE4EA-81C0-48D0-BEBD-A2EFD6B38B4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5563EE24-83AF-4B4D-B45B-11D1ECD4364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2FC9C26-AD58-4393-99DE-F67958CF6A2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82</TotalTime>
  <Words>337</Words>
  <Application>Microsoft Office PowerPoint</Application>
  <PresentationFormat>Widescreen</PresentationFormat>
  <Paragraphs>54</Paragraphs>
  <Slides>33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33</vt:i4>
      </vt:variant>
    </vt:vector>
  </HeadingPairs>
  <TitlesOfParts>
    <vt:vector size="43" baseType="lpstr">
      <vt:lpstr>Arial</vt:lpstr>
      <vt:lpstr>Arial Unicode MS</vt:lpstr>
      <vt:lpstr>Calibri</vt:lpstr>
      <vt:lpstr>Century Gothic</vt:lpstr>
      <vt:lpstr>Segoe UI</vt:lpstr>
      <vt:lpstr>Segoe UI Light</vt:lpstr>
      <vt:lpstr>Times New Roman</vt:lpstr>
      <vt:lpstr>Wingdings 3</vt:lpstr>
      <vt:lpstr>Custom</vt:lpstr>
      <vt:lpstr>Ion</vt:lpstr>
      <vt:lpstr>Car sharing Backend/Frontend Implementation Demo</vt:lpstr>
      <vt:lpstr>User Authentication System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Add New Vehicle Feature </vt:lpstr>
      <vt:lpstr>PowerPoint Presentation</vt:lpstr>
      <vt:lpstr>PowerPoint Presentation</vt:lpstr>
      <vt:lpstr>PowerPoint Presentation</vt:lpstr>
      <vt:lpstr>PowerPoint Presentation</vt:lpstr>
      <vt:lpstr>Driver offer Ride Feature and View Upcoming Rides Feature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Find a Ride Feature and Book a Ride Feature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Ride Cancellation Feature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Vipul Singh</dc:creator>
  <cp:keywords/>
  <cp:lastModifiedBy>Vipul Singh</cp:lastModifiedBy>
  <cp:revision>1</cp:revision>
  <dcterms:created xsi:type="dcterms:W3CDTF">2025-06-16T05:55:26Z</dcterms:created>
  <dcterms:modified xsi:type="dcterms:W3CDTF">2025-06-16T07:18:02Z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