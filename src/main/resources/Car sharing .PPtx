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4" r:id="rId5"/>
  </p:sldMasterIdLst>
  <p:notesMasterIdLst>
    <p:notesMasterId r:id="rId39"/>
  </p:notesMasterIdLst>
  <p:handoutMasterIdLst>
    <p:handoutMasterId r:id="rId40"/>
  </p:handoutMasterIdLst>
  <p:sldIdLst>
    <p:sldId id="314" r:id="rId6"/>
    <p:sldId id="256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314"/>
            <p14:sldId id="256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1" autoAdjust="0"/>
  </p:normalViewPr>
  <p:slideViewPr>
    <p:cSldViewPr snapToGrid="0">
      <p:cViewPr>
        <p:scale>
          <a:sx n="66" d="100"/>
          <a:sy n="66" d="100"/>
        </p:scale>
        <p:origin x="600" y="3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5007E-5859-56A2-7956-8D55A5C4D735}"/>
              </a:ext>
            </a:extLst>
          </p:cNvPr>
          <p:cNvSpPr txBox="1"/>
          <p:nvPr userDrawn="1"/>
        </p:nvSpPr>
        <p:spPr>
          <a:xfrm>
            <a:off x="10306370" y="6427113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771F44-10F9-4985-7374-493BE9295507}"/>
              </a:ext>
            </a:extLst>
          </p:cNvPr>
          <p:cNvSpPr txBox="1"/>
          <p:nvPr userDrawn="1"/>
        </p:nvSpPr>
        <p:spPr>
          <a:xfrm>
            <a:off x="9865836" y="695015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49" y="295653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BB0C5-F40A-BE51-7A33-A58C2BEB0EB4}"/>
              </a:ext>
            </a:extLst>
          </p:cNvPr>
          <p:cNvSpPr txBox="1"/>
          <p:nvPr userDrawn="1"/>
        </p:nvSpPr>
        <p:spPr>
          <a:xfrm>
            <a:off x="9757458" y="6397253"/>
            <a:ext cx="2582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Vipul Singh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99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05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1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13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3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194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92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337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31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7946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790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33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600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478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544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49" y="295653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BB0C5-F40A-BE51-7A33-A58C2BEB0EB4}"/>
              </a:ext>
            </a:extLst>
          </p:cNvPr>
          <p:cNvSpPr txBox="1"/>
          <p:nvPr userDrawn="1"/>
        </p:nvSpPr>
        <p:spPr>
          <a:xfrm>
            <a:off x="9757458" y="6397253"/>
            <a:ext cx="2582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Vipul Singh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591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EAAD5-196F-433D-A85D-98F70684DEE9}"/>
              </a:ext>
            </a:extLst>
          </p:cNvPr>
          <p:cNvSpPr txBox="1"/>
          <p:nvPr userDrawn="1"/>
        </p:nvSpPr>
        <p:spPr>
          <a:xfrm>
            <a:off x="8141208" y="337209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D4AD9-ED42-C1BA-0871-B8154D77DFEB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10C222-3765-BDE3-1E31-9EBC54EB4661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F1D95A-D931-4843-D9FF-ACF1A14B3129}"/>
              </a:ext>
            </a:extLst>
          </p:cNvPr>
          <p:cNvSpPr txBox="1"/>
          <p:nvPr userDrawn="1"/>
        </p:nvSpPr>
        <p:spPr>
          <a:xfrm>
            <a:off x="8141208" y="337209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9959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511D-B70C-150F-8843-1F1D2300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536192"/>
            <a:ext cx="4756848" cy="1024128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Car sharing Backend/Frontend Implementation Demo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00ACF5E0-E994-AA8F-A15D-A6961502884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574073" cy="6857999"/>
          </a:xfrm>
        </p:spPr>
      </p:pic>
    </p:spTree>
    <p:extLst>
      <p:ext uri="{BB962C8B-B14F-4D97-AF65-F5344CB8AC3E}">
        <p14:creationId xmlns:p14="http://schemas.microsoft.com/office/powerpoint/2010/main" val="402649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39C0BF-4314-2CAD-C22A-6176E169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400728"/>
            <a:ext cx="6876288" cy="64008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User Authentication System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59AD9A0-AF1E-6F3D-756C-650EECFDE7C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2194558"/>
            <a:ext cx="804899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essential user details (name, email, password, phone)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Assigns unique user ID based on email (lowercase)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securely in MongoDB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and password verification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user profile details and authentication status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meaningful error messages (wrong password, user not found)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Endpoints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/users/signup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Creates new user accounts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/users/login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Authenticates existing users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/users/{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userId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Retrieves user profile information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Vehicle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register vehicles after account creation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details linked to user accounts 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BB38F4-84DB-AD1F-7D42-8792FC65A9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2624" y="140826"/>
            <a:ext cx="12159376" cy="6171565"/>
          </a:xfrm>
        </p:spPr>
      </p:pic>
    </p:spTree>
    <p:extLst>
      <p:ext uri="{BB962C8B-B14F-4D97-AF65-F5344CB8AC3E}">
        <p14:creationId xmlns:p14="http://schemas.microsoft.com/office/powerpoint/2010/main" val="132126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B9AC-609A-FD00-ACC4-BB4650CA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36AF73-8D83-848D-8945-C6EDA8D20F0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4256" y="198121"/>
            <a:ext cx="12137744" cy="6035040"/>
          </a:xfrm>
        </p:spPr>
      </p:pic>
    </p:spTree>
    <p:extLst>
      <p:ext uri="{BB962C8B-B14F-4D97-AF65-F5344CB8AC3E}">
        <p14:creationId xmlns:p14="http://schemas.microsoft.com/office/powerpoint/2010/main" val="331844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A5CF-BAA5-5CFF-10BA-A1BE2721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CE859E-5A17-5159-D747-5FCA1BE6590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4952" y="42672"/>
            <a:ext cx="12042096" cy="6061837"/>
          </a:xfrm>
        </p:spPr>
      </p:pic>
    </p:spTree>
    <p:extLst>
      <p:ext uri="{BB962C8B-B14F-4D97-AF65-F5344CB8AC3E}">
        <p14:creationId xmlns:p14="http://schemas.microsoft.com/office/powerpoint/2010/main" val="193111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6F9C-36FC-A380-9F0A-D2345C5C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6A9CC4-4D43-8646-984B-95D49001B77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9108" y="259080"/>
            <a:ext cx="12142892" cy="5410200"/>
          </a:xfrm>
        </p:spPr>
      </p:pic>
    </p:spTree>
    <p:extLst>
      <p:ext uri="{BB962C8B-B14F-4D97-AF65-F5344CB8AC3E}">
        <p14:creationId xmlns:p14="http://schemas.microsoft.com/office/powerpoint/2010/main" val="1171400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D185-EE50-EA8B-F491-4E192588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A9CDB-EA76-ECC9-7D47-9E9A18A24DC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0061" y="228600"/>
            <a:ext cx="12143067" cy="6156960"/>
          </a:xfrm>
        </p:spPr>
      </p:pic>
    </p:spTree>
    <p:extLst>
      <p:ext uri="{BB962C8B-B14F-4D97-AF65-F5344CB8AC3E}">
        <p14:creationId xmlns:p14="http://schemas.microsoft.com/office/powerpoint/2010/main" val="414042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00CB-84F0-4B8E-53D5-13D482B3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FF032-CE29-AC83-1962-9D3955792D1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28601"/>
            <a:ext cx="12393933" cy="5608320"/>
          </a:xfrm>
        </p:spPr>
      </p:pic>
    </p:spTree>
    <p:extLst>
      <p:ext uri="{BB962C8B-B14F-4D97-AF65-F5344CB8AC3E}">
        <p14:creationId xmlns:p14="http://schemas.microsoft.com/office/powerpoint/2010/main" val="2577461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BE1D-58AF-2BE0-53C4-408C201F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New Vehicle Feature</a:t>
            </a:r>
            <a:br>
              <a:rPr lang="en-US" b="1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78CB16-D26D-A046-F259-04831F309595}"/>
              </a:ext>
            </a:extLst>
          </p:cNvPr>
          <p:cNvSpPr/>
          <p:nvPr/>
        </p:nvSpPr>
        <p:spPr>
          <a:xfrm>
            <a:off x="493776" y="2346960"/>
            <a:ext cx="9479280" cy="4023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Purpose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Allows users to register personal vehicles to offer rides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Implementation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RESTful API endpoint at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b="1" dirty="0" err="1">
                <a:solidFill>
                  <a:schemeClr val="tx1"/>
                </a:solidFill>
                <a:latin typeface="Arial Unicode MS"/>
              </a:rPr>
              <a:t>api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/vehicles/register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MongoDB database integration for persistent storage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Form validation to prevent duplicate vehicle registrations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68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669E-5F27-21D0-63D8-EBF1267E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99541-396B-F187-261E-1023FEF0441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" y="259081"/>
            <a:ext cx="12105060" cy="5532120"/>
          </a:xfrm>
        </p:spPr>
      </p:pic>
    </p:spTree>
    <p:extLst>
      <p:ext uri="{BB962C8B-B14F-4D97-AF65-F5344CB8AC3E}">
        <p14:creationId xmlns:p14="http://schemas.microsoft.com/office/powerpoint/2010/main" val="332231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DA15-7590-18EB-46FB-AB7710FB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9333A-5391-D303-1210-900E853F580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43840"/>
            <a:ext cx="12192000" cy="6223933"/>
          </a:xfrm>
        </p:spPr>
      </p:pic>
    </p:spTree>
    <p:extLst>
      <p:ext uri="{BB962C8B-B14F-4D97-AF65-F5344CB8AC3E}">
        <p14:creationId xmlns:p14="http://schemas.microsoft.com/office/powerpoint/2010/main" val="191351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68BC-018F-87F1-AC2C-4671CCDD1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0F562-B78A-21A6-F065-810A0711308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96903" y="305117"/>
            <a:ext cx="12385806" cy="6247765"/>
          </a:xfrm>
        </p:spPr>
      </p:pic>
    </p:spTree>
    <p:extLst>
      <p:ext uri="{BB962C8B-B14F-4D97-AF65-F5344CB8AC3E}">
        <p14:creationId xmlns:p14="http://schemas.microsoft.com/office/powerpoint/2010/main" val="390493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27F5-D506-E98F-3C82-E447599A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4C193-26E1-3CFE-332A-BC6894AB5E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28601"/>
            <a:ext cx="12219233" cy="5440680"/>
          </a:xfrm>
        </p:spPr>
      </p:pic>
    </p:spTree>
    <p:extLst>
      <p:ext uri="{BB962C8B-B14F-4D97-AF65-F5344CB8AC3E}">
        <p14:creationId xmlns:p14="http://schemas.microsoft.com/office/powerpoint/2010/main" val="1465037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B4ED-617C-12F3-3E7C-70BFB2A4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offer Ride Feature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Upcoming Rides Feature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7D8CA0-F9DD-B200-7DDF-1275CDBA0FE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21208" y="2611278"/>
            <a:ext cx="687628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Enables drivers to offer rides by creating new trips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endpoint 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/ride/create-trip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storage for trip details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Maps API integration for route planning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RESTful API endpoint at </a:t>
            </a:r>
            <a:r>
              <a:rPr lang="en-US" altLang="en-US" sz="1000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sz="1500" b="1" dirty="0" err="1">
                <a:solidFill>
                  <a:schemeClr val="tx1"/>
                </a:solidFill>
                <a:latin typeface="Arial Unicode MS"/>
              </a:rPr>
              <a:t>api</a:t>
            </a:r>
            <a:r>
              <a:rPr lang="en-US" altLang="en-US" sz="1500" b="1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sz="1500" b="1" dirty="0" err="1">
                <a:solidFill>
                  <a:schemeClr val="tx1"/>
                </a:solidFill>
                <a:latin typeface="Arial Unicode MS"/>
              </a:rPr>
              <a:t>myrides</a:t>
            </a:r>
            <a:r>
              <a:rPr lang="en-US" altLang="en-US" sz="1500" b="1" dirty="0">
                <a:solidFill>
                  <a:schemeClr val="tx1"/>
                </a:solidFill>
                <a:latin typeface="Arial Unicode MS"/>
              </a:rPr>
              <a:t>/upcoming</a:t>
            </a:r>
            <a:r>
              <a:rPr lang="en-US" altLang="en-US" sz="1500" b="1" dirty="0">
                <a:solidFill>
                  <a:schemeClr val="tx1"/>
                </a:solidFill>
              </a:rPr>
              <a:t> </a:t>
            </a:r>
            <a:endParaRPr lang="en-US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Query-based filtering of MongoDB trip records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867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042B-9391-6B94-A931-E8D062CC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97D2F-8A55-E9F3-350F-9506C97DB7D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75613" y="198120"/>
            <a:ext cx="12343225" cy="6245582"/>
          </a:xfrm>
        </p:spPr>
      </p:pic>
    </p:spTree>
    <p:extLst>
      <p:ext uri="{BB962C8B-B14F-4D97-AF65-F5344CB8AC3E}">
        <p14:creationId xmlns:p14="http://schemas.microsoft.com/office/powerpoint/2010/main" val="1440245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3DB8-1AE3-3075-CD40-8FA6B0BD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0DB3C-2421-F405-0CA1-0A55151510C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68920" y="251777"/>
            <a:ext cx="12329839" cy="6232525"/>
          </a:xfrm>
        </p:spPr>
      </p:pic>
    </p:spTree>
    <p:extLst>
      <p:ext uri="{BB962C8B-B14F-4D97-AF65-F5344CB8AC3E}">
        <p14:creationId xmlns:p14="http://schemas.microsoft.com/office/powerpoint/2010/main" val="1983511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FCE2-B030-0F94-C927-61C6913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560E45-253F-34C3-1F4C-1005C005528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59080"/>
            <a:ext cx="12213089" cy="6217920"/>
          </a:xfrm>
        </p:spPr>
      </p:pic>
    </p:spTree>
    <p:extLst>
      <p:ext uri="{BB962C8B-B14F-4D97-AF65-F5344CB8AC3E}">
        <p14:creationId xmlns:p14="http://schemas.microsoft.com/office/powerpoint/2010/main" val="283112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0A53-7F3E-9828-4DB0-6E12E61C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433A97-C1B4-8416-00FE-BE7EB57BBB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74321"/>
            <a:ext cx="12230573" cy="5532120"/>
          </a:xfrm>
        </p:spPr>
      </p:pic>
    </p:spTree>
    <p:extLst>
      <p:ext uri="{BB962C8B-B14F-4D97-AF65-F5344CB8AC3E}">
        <p14:creationId xmlns:p14="http://schemas.microsoft.com/office/powerpoint/2010/main" val="2997830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FCD3-BDA6-6462-E301-22E01A29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52367-2725-FF7C-BECC-DF127FC2062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98121"/>
            <a:ext cx="12174315" cy="5455920"/>
          </a:xfrm>
        </p:spPr>
      </p:pic>
    </p:spTree>
    <p:extLst>
      <p:ext uri="{BB962C8B-B14F-4D97-AF65-F5344CB8AC3E}">
        <p14:creationId xmlns:p14="http://schemas.microsoft.com/office/powerpoint/2010/main" val="3480835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4258-08ED-75AB-6C61-860B9A49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5FBB50-B21A-98F8-83EC-050E6F5DEA2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52400"/>
            <a:ext cx="12350900" cy="6217285"/>
          </a:xfrm>
        </p:spPr>
      </p:pic>
    </p:spTree>
    <p:extLst>
      <p:ext uri="{BB962C8B-B14F-4D97-AF65-F5344CB8AC3E}">
        <p14:creationId xmlns:p14="http://schemas.microsoft.com/office/powerpoint/2010/main" val="2959700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574B2-3C3F-F959-1F3E-6E8FE1EC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 a Ride Feature and Book a Ride Feature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257359-39EF-9741-0819-94134E3A19A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3117977"/>
            <a:ext cx="935704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users find available rides matching their route and time preferences and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allows users to join an existing trip as a passenger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endpoint 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/rides/find-ride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filtering and matching algorithm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and time optimization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RESTful API endpoint at </a:t>
            </a:r>
            <a:r>
              <a:rPr lang="en-US" altLang="en-US" sz="1000" b="1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sz="1500" b="1" dirty="0" err="1">
                <a:solidFill>
                  <a:schemeClr val="tx1"/>
                </a:solidFill>
                <a:latin typeface="Arial Unicode MS"/>
              </a:rPr>
              <a:t>api</a:t>
            </a:r>
            <a:r>
              <a:rPr lang="en-US" altLang="en-US" sz="1500" b="1" dirty="0">
                <a:solidFill>
                  <a:schemeClr val="tx1"/>
                </a:solidFill>
                <a:latin typeface="Arial Unicode MS"/>
              </a:rPr>
              <a:t>/rides/join-trip</a:t>
            </a:r>
            <a:r>
              <a:rPr lang="en-US" altLang="en-US" sz="1500" b="1" dirty="0">
                <a:solidFill>
                  <a:schemeClr val="tx1"/>
                </a:solidFill>
              </a:rPr>
              <a:t> </a:t>
            </a:r>
            <a:endParaRPr lang="en-US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Transaction-based seat reservation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868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14E4-3FA4-06A2-AED3-C62B84AE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CC6296-F67E-FDB2-135F-A5F377BFD91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3571" y="182880"/>
            <a:ext cx="12195571" cy="6186805"/>
          </a:xfrm>
        </p:spPr>
      </p:pic>
    </p:spTree>
    <p:extLst>
      <p:ext uri="{BB962C8B-B14F-4D97-AF65-F5344CB8AC3E}">
        <p14:creationId xmlns:p14="http://schemas.microsoft.com/office/powerpoint/2010/main" val="3422984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C97D-5138-9044-DA6D-62C4F3BE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FCC079-8A29-37DE-007D-0B0E856D5B9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13360"/>
            <a:ext cx="12192000" cy="5376952"/>
          </a:xfrm>
        </p:spPr>
      </p:pic>
    </p:spTree>
    <p:extLst>
      <p:ext uri="{BB962C8B-B14F-4D97-AF65-F5344CB8AC3E}">
        <p14:creationId xmlns:p14="http://schemas.microsoft.com/office/powerpoint/2010/main" val="3659528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A532-7FED-3AE8-FC7C-857F5135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9E8F0B-DEE1-244F-5302-E77ED43ACE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71323"/>
            <a:ext cx="12192000" cy="6150173"/>
          </a:xfrm>
        </p:spPr>
      </p:pic>
    </p:spTree>
    <p:extLst>
      <p:ext uri="{BB962C8B-B14F-4D97-AF65-F5344CB8AC3E}">
        <p14:creationId xmlns:p14="http://schemas.microsoft.com/office/powerpoint/2010/main" val="1703581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AE98-F1E8-2F73-C9AA-045093A0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C0BD26-70C0-5D5A-2297-6B8442EC9B1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75376"/>
            <a:ext cx="12191999" cy="6194476"/>
          </a:xfrm>
        </p:spPr>
      </p:pic>
    </p:spTree>
    <p:extLst>
      <p:ext uri="{BB962C8B-B14F-4D97-AF65-F5344CB8AC3E}">
        <p14:creationId xmlns:p14="http://schemas.microsoft.com/office/powerpoint/2010/main" val="4057156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739C-5648-18ED-7FA9-933E54DF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358CC2-EDD8-CF16-9860-96B7B6743A8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98120"/>
            <a:ext cx="12192000" cy="6175500"/>
          </a:xfrm>
        </p:spPr>
      </p:pic>
    </p:spTree>
    <p:extLst>
      <p:ext uri="{BB962C8B-B14F-4D97-AF65-F5344CB8AC3E}">
        <p14:creationId xmlns:p14="http://schemas.microsoft.com/office/powerpoint/2010/main" val="1533907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223D-1CF6-CC9A-9B6E-EE4E25BF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Ride Cancellation Feature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215B37-373E-386D-B00B-682C277292E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3533477"/>
            <a:ext cx="794647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Allows both riders and drivers to cancel their participation in trips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endpoint 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myrides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/cancel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cancellation workflows for riders vs. drivers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tracking for cancellation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983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F8B2-F4AB-EFD2-4DCC-44DF2E8D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7FBD62-67F2-EB3D-FB68-7EA5DAE4E21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74886" y="198120"/>
            <a:ext cx="12266886" cy="6232525"/>
          </a:xfrm>
        </p:spPr>
      </p:pic>
    </p:spTree>
    <p:extLst>
      <p:ext uri="{BB962C8B-B14F-4D97-AF65-F5344CB8AC3E}">
        <p14:creationId xmlns:p14="http://schemas.microsoft.com/office/powerpoint/2010/main" val="3177987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BD40-A007-D61C-9122-43799D15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07E55-9CB0-C5C0-32A8-BEC23E04D82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28600"/>
            <a:ext cx="12203182" cy="6187440"/>
          </a:xfrm>
        </p:spPr>
      </p:pic>
    </p:spTree>
    <p:extLst>
      <p:ext uri="{BB962C8B-B14F-4D97-AF65-F5344CB8AC3E}">
        <p14:creationId xmlns:p14="http://schemas.microsoft.com/office/powerpoint/2010/main" val="3007265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07C3-903B-7C7A-3F4A-817C8467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73988B-D000-8398-84E3-C2A8473486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74320"/>
            <a:ext cx="12192000" cy="6194477"/>
          </a:xfrm>
        </p:spPr>
      </p:pic>
    </p:spTree>
    <p:extLst>
      <p:ext uri="{BB962C8B-B14F-4D97-AF65-F5344CB8AC3E}">
        <p14:creationId xmlns:p14="http://schemas.microsoft.com/office/powerpoint/2010/main" val="3727481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B9C0-6F24-8D7E-8215-4AA679C7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9440E1-8764-A311-CFAB-249D9084829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59500"/>
            <a:ext cx="12192000" cy="6207415"/>
          </a:xfrm>
        </p:spPr>
      </p:pic>
    </p:spTree>
    <p:extLst>
      <p:ext uri="{BB962C8B-B14F-4D97-AF65-F5344CB8AC3E}">
        <p14:creationId xmlns:p14="http://schemas.microsoft.com/office/powerpoint/2010/main" val="2891989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9226-EEFA-BD2E-43AC-36930FBD8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D7FBE5-25CD-591F-1EF2-76C2656A02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13360"/>
            <a:ext cx="12166825" cy="6156325"/>
          </a:xfrm>
        </p:spPr>
      </p:pic>
    </p:spTree>
    <p:extLst>
      <p:ext uri="{BB962C8B-B14F-4D97-AF65-F5344CB8AC3E}">
        <p14:creationId xmlns:p14="http://schemas.microsoft.com/office/powerpoint/2010/main" val="273783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5759-E774-62D5-E10E-845762CD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57E82F-23FC-8866-D599-B984EA1ED65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46822"/>
            <a:ext cx="12192000" cy="6388404"/>
          </a:xfrm>
        </p:spPr>
      </p:pic>
    </p:spTree>
    <p:extLst>
      <p:ext uri="{BB962C8B-B14F-4D97-AF65-F5344CB8AC3E}">
        <p14:creationId xmlns:p14="http://schemas.microsoft.com/office/powerpoint/2010/main" val="46744064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83</TotalTime>
  <Words>337</Words>
  <Application>Microsoft Office PowerPoint</Application>
  <PresentationFormat>Widescreen</PresentationFormat>
  <Paragraphs>54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Unicode MS</vt:lpstr>
      <vt:lpstr>Calibri</vt:lpstr>
      <vt:lpstr>Century Gothic</vt:lpstr>
      <vt:lpstr>Segoe UI</vt:lpstr>
      <vt:lpstr>Segoe UI Light</vt:lpstr>
      <vt:lpstr>Times New Roman</vt:lpstr>
      <vt:lpstr>Wingdings 3</vt:lpstr>
      <vt:lpstr>Custom</vt:lpstr>
      <vt:lpstr>Ion</vt:lpstr>
      <vt:lpstr>Car sharing Backend/Frontend Implementation Demo</vt:lpstr>
      <vt:lpstr>User Authentication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 New Vehicle Feature </vt:lpstr>
      <vt:lpstr>PowerPoint Presentation</vt:lpstr>
      <vt:lpstr>PowerPoint Presentation</vt:lpstr>
      <vt:lpstr>PowerPoint Presentation</vt:lpstr>
      <vt:lpstr>PowerPoint Presentation</vt:lpstr>
      <vt:lpstr>Driver offer Ride Feature and View Upcoming Rides Feature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 a Ride Feature and Book a Ride Feature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Ride Cancellation Feature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Vipul Singh</dc:creator>
  <cp:keywords/>
  <cp:lastModifiedBy>Vipul Singh</cp:lastModifiedBy>
  <cp:revision>1</cp:revision>
  <dcterms:created xsi:type="dcterms:W3CDTF">2025-06-16T05:55:26Z</dcterms:created>
  <dcterms:modified xsi:type="dcterms:W3CDTF">2025-06-16T07:18:34Z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